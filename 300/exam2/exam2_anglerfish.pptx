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20"/>
    <p:restoredTop sz="94660"/>
  </p:normalViewPr>
  <p:slideViewPr>
    <p:cSldViewPr snapToGrid="0" snapToObjects="1">
      <p:cViewPr varScale="1">
        <p:scale>
          <a:sx n="136" d="100"/>
          <a:sy n="136" d="100"/>
        </p:scale>
        <p:origin x="-680" y="-112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9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6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8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86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55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1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2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9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82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1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74324-B605-4743-A759-5A13011F0225}" type="datetimeFigureOut">
              <a:rPr lang="en-US" smtClean="0"/>
              <a:t>4/17/15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1F132-4763-E84A-A01A-DDEC9D3B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1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ticulated_goosefish_Brandi_Noble_NOA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13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94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Southeast Missouri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 Taylor</dc:creator>
  <cp:lastModifiedBy>Michael S Taylor</cp:lastModifiedBy>
  <cp:revision>1</cp:revision>
  <dcterms:created xsi:type="dcterms:W3CDTF">2015-04-17T16:56:39Z</dcterms:created>
  <dcterms:modified xsi:type="dcterms:W3CDTF">2015-04-17T16:57:13Z</dcterms:modified>
</cp:coreProperties>
</file>