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 snapToObjects="1">
      <p:cViewPr varScale="1">
        <p:scale>
          <a:sx n="157" d="100"/>
          <a:sy n="157" d="100"/>
        </p:scale>
        <p:origin x="-1224" y="-112"/>
      </p:cViewPr>
      <p:guideLst>
        <p:guide orient="horz" pos="2160"/>
        <p:guide pos="2880"/>
      </p:guideLst>
    </p:cSldViewPr>
  </p:slide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87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69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37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7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818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85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63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8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0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487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3B686-B56B-B44B-B2C1-9342E9BB615C}" type="datetimeFigureOut">
              <a:rPr lang="en-US" smtClean="0"/>
              <a:t>12/15/15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E21193-D93A-E340-B9D2-B30EBE3BF3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98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58511" y="510377"/>
            <a:ext cx="79562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/>
                <a:cs typeface="Times New Roman"/>
              </a:rPr>
              <a:t>Good luck and have a great break. If you’re graduating, good luck with your future. Do nice things.</a:t>
            </a:r>
          </a:p>
          <a:p>
            <a:endParaRPr lang="en-US" sz="2800" b="1" dirty="0">
              <a:latin typeface="Times New Roman"/>
              <a:cs typeface="Times New Roman"/>
            </a:endParaRPr>
          </a:p>
          <a:p>
            <a:r>
              <a:rPr lang="en-US" sz="2800" b="1" dirty="0" smtClean="0">
                <a:latin typeface="Times New Roman"/>
                <a:cs typeface="Times New Roman"/>
              </a:rPr>
              <a:t>Grades will be posted no later than tomorrow.</a:t>
            </a:r>
            <a:endParaRPr lang="en-US" sz="2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29026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xam4plantphylogen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51" y="228493"/>
            <a:ext cx="6401014" cy="6401014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6423662" y="3736600"/>
            <a:ext cx="111508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17585" y="3520185"/>
            <a:ext cx="1082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Helvetica"/>
                <a:cs typeface="Helvetica"/>
              </a:rPr>
              <a:t>Oxidales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870" y="3037875"/>
            <a:ext cx="2441594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Helvetica"/>
                <a:cs typeface="Helvetica"/>
              </a:rPr>
              <a:t>Question about </a:t>
            </a:r>
          </a:p>
          <a:p>
            <a:r>
              <a:rPr lang="en-US" sz="2400" b="1" dirty="0" smtClean="0">
                <a:latin typeface="Helvetica"/>
                <a:cs typeface="Helvetica"/>
              </a:rPr>
              <a:t>Christina’s</a:t>
            </a:r>
          </a:p>
          <a:p>
            <a:r>
              <a:rPr lang="en-US" sz="2400" b="1" dirty="0" smtClean="0">
                <a:latin typeface="Helvetica"/>
                <a:cs typeface="Helvetica"/>
              </a:rPr>
              <a:t>food allergies.</a:t>
            </a:r>
            <a:endParaRPr lang="en-US" sz="2400" b="1" dirty="0">
              <a:latin typeface="Helvetica"/>
              <a:cs typeface="Helvetica"/>
            </a:endParaRPr>
          </a:p>
        </p:txBody>
      </p:sp>
      <p:pic>
        <p:nvPicPr>
          <p:cNvPr id="2" name="Picture 1" descr="220px-Carambola_Starfruit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45" y="4699030"/>
            <a:ext cx="2794000" cy="1409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00710" y="4829521"/>
            <a:ext cx="954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Helvetica"/>
                <a:cs typeface="Helvetica"/>
              </a:rPr>
              <a:t>starfruit</a:t>
            </a:r>
            <a:endParaRPr lang="en-US" dirty="0"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1156791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281651" y="228493"/>
            <a:ext cx="6401014" cy="6401014"/>
            <a:chOff x="1604319" y="228493"/>
            <a:chExt cx="6401014" cy="6401014"/>
          </a:xfrm>
        </p:grpSpPr>
        <p:pic>
          <p:nvPicPr>
            <p:cNvPr id="4" name="Picture 3" descr="Exam4plantphylogeny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4319" y="228493"/>
              <a:ext cx="6401014" cy="6401014"/>
            </a:xfrm>
            <a:prstGeom prst="rect">
              <a:avLst/>
            </a:prstGeom>
          </p:spPr>
        </p:pic>
        <p:cxnSp>
          <p:nvCxnSpPr>
            <p:cNvPr id="12" name="Straight Arrow Connector 11"/>
            <p:cNvCxnSpPr/>
            <p:nvPr/>
          </p:nvCxnSpPr>
          <p:spPr>
            <a:xfrm flipH="1">
              <a:off x="5746330" y="4780210"/>
              <a:ext cx="1115089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840253" y="4563795"/>
              <a:ext cx="10307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latin typeface="Times New Roman"/>
                  <a:cs typeface="Times New Roman"/>
                </a:rPr>
                <a:t>Malvales</a:t>
              </a:r>
              <a:endParaRPr lang="en-US" dirty="0">
                <a:latin typeface="Times New Roman"/>
                <a:cs typeface="Times New Roman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346751" y="3579882"/>
            <a:ext cx="2198038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latin typeface="Times New Roman"/>
                <a:cs typeface="Times New Roman"/>
              </a:rPr>
              <a:t>Question about </a:t>
            </a:r>
          </a:p>
          <a:p>
            <a:r>
              <a:rPr lang="en-US" sz="2400" b="1" dirty="0" smtClean="0">
                <a:latin typeface="Times New Roman"/>
                <a:cs typeface="Times New Roman"/>
              </a:rPr>
              <a:t>Christina’s</a:t>
            </a:r>
          </a:p>
          <a:p>
            <a:r>
              <a:rPr lang="en-US" sz="2400" b="1" dirty="0" smtClean="0">
                <a:latin typeface="Times New Roman"/>
                <a:cs typeface="Times New Roman"/>
              </a:rPr>
              <a:t>food allergies.</a:t>
            </a:r>
            <a:endParaRPr lang="en-US" sz="24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55061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46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Company>Southeast Missouri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 Taylor</dc:creator>
  <cp:lastModifiedBy>Michael S Taylor</cp:lastModifiedBy>
  <cp:revision>12</cp:revision>
  <dcterms:created xsi:type="dcterms:W3CDTF">2013-05-07T19:52:08Z</dcterms:created>
  <dcterms:modified xsi:type="dcterms:W3CDTF">2015-12-15T13:44:29Z</dcterms:modified>
</cp:coreProperties>
</file>