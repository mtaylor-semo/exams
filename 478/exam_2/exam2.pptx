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64" r:id="rId2"/>
    <p:sldId id="263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31"/>
  </p:normalViewPr>
  <p:slideViewPr>
    <p:cSldViewPr>
      <p:cViewPr varScale="1">
        <p:scale>
          <a:sx n="97" d="100"/>
          <a:sy n="97" d="100"/>
        </p:scale>
        <p:origin x="2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C7D49C-AE9A-B540-A317-FC9FEDA664AF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CC24524-BB29-BE43-9313-F10A1D9C1E60}" type="slidenum">
              <a:rPr lang="en-US" altLang="x-none" sz="1200"/>
              <a:pPr/>
              <a:t>2</a:t>
            </a:fld>
            <a:endParaRPr lang="en-US" altLang="x-none" sz="1200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x-none" altLang="x-none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ACAAC5-C907-4A41-8A36-0B22E1A5618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66074904"/>
      </p:ext>
    </p:extLst>
  </p:cSld>
  <p:clrMapOvr>
    <a:masterClrMapping/>
  </p:clrMapOvr>
  <p:transition advTm="7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77B3CE-49FA-8841-9B52-338A247A29D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49426341"/>
      </p:ext>
    </p:extLst>
  </p:cSld>
  <p:clrMapOvr>
    <a:masterClrMapping/>
  </p:clrMapOvr>
  <p:transition advTm="7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23E891-EE14-F144-B145-F6031740D437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18298954"/>
      </p:ext>
    </p:extLst>
  </p:cSld>
  <p:clrMapOvr>
    <a:masterClrMapping/>
  </p:clrMapOvr>
  <p:transition advTm="7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54DF63-515A-D845-A859-74469407210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41429380"/>
      </p:ext>
    </p:extLst>
  </p:cSld>
  <p:clrMapOvr>
    <a:masterClrMapping/>
  </p:clrMapOvr>
  <p:transition advTm="7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7D8DF5-35AD-B249-865B-8739C98F124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16752743"/>
      </p:ext>
    </p:extLst>
  </p:cSld>
  <p:clrMapOvr>
    <a:masterClrMapping/>
  </p:clrMapOvr>
  <p:transition advTm="7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AEF03-2801-FC47-B486-6BB51882AF3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32461711"/>
      </p:ext>
    </p:extLst>
  </p:cSld>
  <p:clrMapOvr>
    <a:masterClrMapping/>
  </p:clrMapOvr>
  <p:transition advTm="7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860293-6108-8246-B15C-CCBF872C51B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92293907"/>
      </p:ext>
    </p:extLst>
  </p:cSld>
  <p:clrMapOvr>
    <a:masterClrMapping/>
  </p:clrMapOvr>
  <p:transition advTm="7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DF0EA2-D67E-E64A-A208-034C0CA18D4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8975324"/>
      </p:ext>
    </p:extLst>
  </p:cSld>
  <p:clrMapOvr>
    <a:masterClrMapping/>
  </p:clrMapOvr>
  <p:transition advTm="7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13F8B-2C6A-7741-9237-8C9AB856CE9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43546179"/>
      </p:ext>
    </p:extLst>
  </p:cSld>
  <p:clrMapOvr>
    <a:masterClrMapping/>
  </p:clrMapOvr>
  <p:transition advTm="7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C17495-FC4C-E746-900B-0310AEE2EC9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57870294"/>
      </p:ext>
    </p:extLst>
  </p:cSld>
  <p:clrMapOvr>
    <a:masterClrMapping/>
  </p:clrMapOvr>
  <p:transition advTm="7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B2604B-3A0E-6D49-A7B2-7750A848E1B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05407034"/>
      </p:ext>
    </p:extLst>
  </p:cSld>
  <p:clrMapOvr>
    <a:masterClrMapping/>
  </p:clrMapOvr>
  <p:transition advTm="7000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8D64710-CDD7-394E-99AC-7BA409E2077D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Tm="7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725205"/>
      </p:ext>
    </p:extLst>
  </p:cSld>
  <p:clrMapOvr>
    <a:masterClrMapping/>
  </p:clrMapOvr>
  <p:transition advTm="7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Hagfis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1000" y="363538"/>
            <a:ext cx="6556375" cy="6127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3" name="AutoShape 5"/>
          <p:cNvSpPr>
            <a:spLocks noChangeArrowheads="1"/>
          </p:cNvSpPr>
          <p:nvPr/>
        </p:nvSpPr>
        <p:spPr bwMode="auto">
          <a:xfrm>
            <a:off x="5943600" y="152400"/>
            <a:ext cx="3048000" cy="182880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Be specific for</a:t>
            </a:r>
          </a:p>
          <a:p>
            <a:pPr algn="ctr"/>
            <a:r>
              <a:rPr lang="en-US" altLang="x-none"/>
              <a:t>question 17!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</Words>
  <Application>Microsoft Macintosh PowerPoint</Application>
  <PresentationFormat>On-screen Show (4:3)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ＭＳ Ｐゴシック</vt:lpstr>
      <vt:lpstr>Arial</vt:lpstr>
      <vt:lpstr>Blank Presentation</vt:lpstr>
      <vt:lpstr>PowerPoint Presentation</vt:lpstr>
      <vt:lpstr>PowerPoint Presentation</vt:lpstr>
    </vt:vector>
  </TitlesOfParts>
  <Company>Southeast Missouri State University</Company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 Taylor</dc:creator>
  <cp:lastModifiedBy>Taylor, Michael S</cp:lastModifiedBy>
  <cp:revision>14</cp:revision>
  <dcterms:created xsi:type="dcterms:W3CDTF">2010-09-25T18:23:40Z</dcterms:created>
  <dcterms:modified xsi:type="dcterms:W3CDTF">2018-10-30T23:45:23Z</dcterms:modified>
</cp:coreProperties>
</file>