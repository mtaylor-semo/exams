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3"/>
  </p:notesMasterIdLst>
  <p:handoutMasterIdLst>
    <p:handoutMasterId r:id="rId4"/>
  </p:handoutMasterIdLst>
  <p:sldIdLst>
    <p:sldId id="300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4C4C4C"/>
    <a:srgbClr val="808080"/>
    <a:srgbClr val="66CCFF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965" autoAdjust="0"/>
  </p:normalViewPr>
  <p:slideViewPr>
    <p:cSldViewPr>
      <p:cViewPr>
        <p:scale>
          <a:sx n="110" d="100"/>
          <a:sy n="110" d="100"/>
        </p:scale>
        <p:origin x="-576" y="-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Mar Evol Ecol, Lecture 20</a:t>
            </a:r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Spring 20___</a:t>
            </a:r>
            <a:endParaRPr lang="en-US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21127A0-A018-6146-9CA3-EE896949D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857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Mar Evol Ecol, Lecture 20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Spring 20___</a:t>
            </a:r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fld id="{C19C6444-2FA1-1541-B720-374E824B5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1782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Mar Evol Ecol, Ocean Acidification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82DB68-EC9B-5B4B-8FAC-36687BDED808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3358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Spring 20___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ebdings" charset="0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5223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fld id="{D10C8511-9B97-574C-8E6C-1D009F793A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973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8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5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01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91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654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69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1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477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89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ebdings" charset="0"/>
        <a:buChar char="=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ebdings" charset="0"/>
        <a:buChar char="4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ebdings" charset="0"/>
        <a:buChar char="Õ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80000"/>
        <a:buFont typeface="Symbol" charset="0"/>
        <a:buChar char="Þ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g3modified.ps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25786"/>
            <a:ext cx="8686800" cy="37652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0" y="6581001"/>
            <a:ext cx="632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Hoegh-Guldberg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 et al. 2007. Science 318: 1737.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67725" y="4110335"/>
            <a:ext cx="3042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/>
                <a:cs typeface="Times New Roman"/>
              </a:rPr>
              <a:t>Question </a:t>
            </a:r>
            <a:r>
              <a:rPr lang="en-US" b="1" dirty="0" smtClean="0">
                <a:latin typeface="Times New Roman"/>
                <a:cs typeface="Times New Roman"/>
              </a:rPr>
              <a:t>9 </a:t>
            </a:r>
            <a:r>
              <a:rPr lang="en-US" b="1" dirty="0" smtClean="0">
                <a:latin typeface="Times New Roman"/>
                <a:cs typeface="Times New Roman"/>
              </a:rPr>
              <a:t>start here</a:t>
            </a:r>
          </a:p>
        </p:txBody>
      </p:sp>
      <p:cxnSp>
        <p:nvCxnSpPr>
          <p:cNvPr id="7" name="Straight Arrow Connector 6"/>
          <p:cNvCxnSpPr>
            <a:stCxn id="2" idx="0"/>
          </p:cNvCxnSpPr>
          <p:nvPr/>
        </p:nvCxnSpPr>
        <p:spPr bwMode="auto">
          <a:xfrm flipH="1" flipV="1">
            <a:off x="5386295" y="3272135"/>
            <a:ext cx="2715" cy="83820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228600" y="4771072"/>
            <a:ext cx="868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Helvetica"/>
                <a:cs typeface="Helvetica"/>
              </a:rPr>
              <a:t>Large arrows: impact points of acidification or warming.</a:t>
            </a:r>
          </a:p>
          <a:p>
            <a:r>
              <a:rPr lang="en-US" sz="1800" dirty="0" smtClean="0">
                <a:latin typeface="Helvetica"/>
                <a:cs typeface="Helvetica"/>
              </a:rPr>
              <a:t>Red lines: negative relationship.</a:t>
            </a:r>
          </a:p>
          <a:p>
            <a:r>
              <a:rPr lang="en-US" sz="1800" dirty="0" smtClean="0">
                <a:latin typeface="Helvetica"/>
                <a:cs typeface="Helvetica"/>
              </a:rPr>
              <a:t>Green lines: positive relationship.</a:t>
            </a:r>
          </a:p>
          <a:p>
            <a:r>
              <a:rPr lang="en-US" sz="1800" dirty="0">
                <a:latin typeface="Helvetica"/>
                <a:cs typeface="Helvetica"/>
              </a:rPr>
              <a:t>Rectangles: decreasing levels (dashed boxes may respond to local management).</a:t>
            </a:r>
          </a:p>
          <a:p>
            <a:r>
              <a:rPr lang="en-US" sz="1800" dirty="0" smtClean="0">
                <a:latin typeface="Helvetica"/>
                <a:cs typeface="Helvetica"/>
              </a:rPr>
              <a:t>Hexagons: increasing levels.</a:t>
            </a:r>
          </a:p>
        </p:txBody>
      </p:sp>
    </p:spTree>
    <p:extLst>
      <p:ext uri="{BB962C8B-B14F-4D97-AF65-F5344CB8AC3E}">
        <p14:creationId xmlns:p14="http://schemas.microsoft.com/office/powerpoint/2010/main" val="2188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Slit">
  <a:themeElements>
    <a:clrScheme name="Slit 9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66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B8E2FF"/>
      </a:accent5>
      <a:accent6>
        <a:srgbClr val="8A8AE7"/>
      </a:accent6>
      <a:hlink>
        <a:srgbClr val="3333CC"/>
      </a:hlink>
      <a:folHlink>
        <a:srgbClr val="008080"/>
      </a:folHlink>
    </a:clrScheme>
    <a:fontScheme name="Slit">
      <a:majorFont>
        <a:latin typeface="Helvetica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" charset="0"/>
            <a:ea typeface="ＭＳ Ｐゴシック" charset="0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dirty="0" smtClean="0">
            <a:latin typeface="Times New Roman"/>
            <a:cs typeface="Times New Roman"/>
          </a:defRPr>
        </a:defPPr>
      </a:lstStyle>
    </a:tx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6577</TotalTime>
  <Words>67</Words>
  <Application>Microsoft Macintosh PowerPoint</Application>
  <PresentationFormat>On-screen Show (4:3)</PresentationFormat>
  <Paragraphs>10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Slit</vt:lpstr>
      <vt:lpstr>PowerPoint Presentation</vt:lpstr>
    </vt:vector>
  </TitlesOfParts>
  <Company>Southeast MO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151</dc:title>
  <dc:creator>SEMO</dc:creator>
  <cp:lastModifiedBy>Michael S Taylor</cp:lastModifiedBy>
  <cp:revision>686</cp:revision>
  <cp:lastPrinted>2015-05-14T17:19:19Z</cp:lastPrinted>
  <dcterms:created xsi:type="dcterms:W3CDTF">2006-01-15T14:24:25Z</dcterms:created>
  <dcterms:modified xsi:type="dcterms:W3CDTF">2017-05-09T16:38:50Z</dcterms:modified>
</cp:coreProperties>
</file>