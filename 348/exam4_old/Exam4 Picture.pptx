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-1040" y="-104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75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7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3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6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2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9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2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4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A0F1-4611-CC43-9364-852B76FBE7EF}" type="datetimeFigureOut">
              <a:rPr lang="en-US" smtClean="0"/>
              <a:t>5/8/14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1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gigantacti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8"/>
            <a:ext cx="9144000" cy="534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9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Southeast Missouri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 Taylor</dc:creator>
  <cp:lastModifiedBy>Michael S Taylor</cp:lastModifiedBy>
  <cp:revision>3</cp:revision>
  <dcterms:created xsi:type="dcterms:W3CDTF">2012-03-22T15:10:39Z</dcterms:created>
  <dcterms:modified xsi:type="dcterms:W3CDTF">2014-05-08T15:13:27Z</dcterms:modified>
</cp:coreProperties>
</file>