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preferSingleView="1"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-816" y="-112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2A0F1-4611-CC43-9364-852B76FBE7EF}" type="datetimeFigureOut">
              <a:rPr lang="en-US" smtClean="0"/>
              <a:t>3/22/12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5251E-30A7-DA40-94CA-F2C3B50FF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475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2A0F1-4611-CC43-9364-852B76FBE7EF}" type="datetimeFigureOut">
              <a:rPr lang="en-US" smtClean="0"/>
              <a:t>3/22/12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5251E-30A7-DA40-94CA-F2C3B50FF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509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2A0F1-4611-CC43-9364-852B76FBE7EF}" type="datetimeFigureOut">
              <a:rPr lang="en-US" smtClean="0"/>
              <a:t>3/22/12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5251E-30A7-DA40-94CA-F2C3B50FF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74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2A0F1-4611-CC43-9364-852B76FBE7EF}" type="datetimeFigureOut">
              <a:rPr lang="en-US" smtClean="0"/>
              <a:t>3/22/12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5251E-30A7-DA40-94CA-F2C3B50FF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52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2A0F1-4611-CC43-9364-852B76FBE7EF}" type="datetimeFigureOut">
              <a:rPr lang="en-US" smtClean="0"/>
              <a:t>3/22/12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5251E-30A7-DA40-94CA-F2C3B50FF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934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2A0F1-4611-CC43-9364-852B76FBE7EF}" type="datetimeFigureOut">
              <a:rPr lang="en-US" smtClean="0"/>
              <a:t>3/22/12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5251E-30A7-DA40-94CA-F2C3B50FF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465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2A0F1-4611-CC43-9364-852B76FBE7EF}" type="datetimeFigureOut">
              <a:rPr lang="en-US" smtClean="0"/>
              <a:t>3/22/12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5251E-30A7-DA40-94CA-F2C3B50FF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18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2A0F1-4611-CC43-9364-852B76FBE7EF}" type="datetimeFigureOut">
              <a:rPr lang="en-US" smtClean="0"/>
              <a:t>3/22/12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5251E-30A7-DA40-94CA-F2C3B50FF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424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2A0F1-4611-CC43-9364-852B76FBE7EF}" type="datetimeFigureOut">
              <a:rPr lang="en-US" smtClean="0"/>
              <a:t>3/22/12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5251E-30A7-DA40-94CA-F2C3B50FF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95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2A0F1-4611-CC43-9364-852B76FBE7EF}" type="datetimeFigureOut">
              <a:rPr lang="en-US" smtClean="0"/>
              <a:t>3/22/12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5251E-30A7-DA40-94CA-F2C3B50FF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072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2A0F1-4611-CC43-9364-852B76FBE7EF}" type="datetimeFigureOut">
              <a:rPr lang="en-US" smtClean="0"/>
              <a:t>3/22/12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5251E-30A7-DA40-94CA-F2C3B50FF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148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22A0F1-4611-CC43-9364-852B76FBE7EF}" type="datetimeFigureOut">
              <a:rPr lang="en-US" smtClean="0"/>
              <a:t>3/22/12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C5251E-30A7-DA40-94CA-F2C3B50FFF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816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ribbean Blue Angelfish, Gulf Of Mexico pictures underwater photos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8161"/>
            <a:ext cx="9144000" cy="6281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297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Southeast Missouri State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 Taylor</dc:creator>
  <cp:lastModifiedBy>Michael S Taylor</cp:lastModifiedBy>
  <cp:revision>1</cp:revision>
  <dcterms:created xsi:type="dcterms:W3CDTF">2012-03-22T15:10:39Z</dcterms:created>
  <dcterms:modified xsi:type="dcterms:W3CDTF">2012-03-22T15:11:27Z</dcterms:modified>
</cp:coreProperties>
</file>